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8c74d7f24d4df2" /><Relationship Type="http://schemas.openxmlformats.org/officeDocument/2006/relationships/extended-properties" Target="/docProps/app.xml" Id="Rf9653744ce764093" /><Relationship Type="http://schemas.openxmlformats.org/officeDocument/2006/relationships/officeDocument" Target="/ppt/presentation.xml" Id="Rb71ed083ccd143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3ec2042f614fac"/>
  </p:sldMasterIdLst>
  <p:notesMasterIdLst>
    <p:notesMasterId xmlns:r="http://schemas.openxmlformats.org/officeDocument/2006/relationships" r:id="R053cb570e8d3472f"/>
  </p:notesMasterIdLst>
  <p:sldIdLst>
    <p:sldId xmlns:r="http://schemas.openxmlformats.org/officeDocument/2006/relationships" id="256" r:id="Rf4a21d318b614f9b"/>
  </p:sldIdLst>
  <p:sldSz cx="7620000" cy="42862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3ec2042f614fac" /><Relationship Type="http://schemas.openxmlformats.org/officeDocument/2006/relationships/theme" Target="/ppt/theme/theme1.xml" Id="Rd5a0e2a329d94c5b" /><Relationship Type="http://schemas.openxmlformats.org/officeDocument/2006/relationships/notesMaster" Target="/ppt/notesMasters/notesMaster1.xml" Id="R053cb570e8d3472f" /><Relationship Type="http://schemas.openxmlformats.org/officeDocument/2006/relationships/presProps" Target="/ppt/presProps.xml" Id="R6876a5a91f4e406b" /><Relationship Type="http://schemas.openxmlformats.org/officeDocument/2006/relationships/viewProps" Target="/ppt/viewProps.xml" Id="R9218aaa022334df2" /><Relationship Type="http://schemas.openxmlformats.org/officeDocument/2006/relationships/tableStyles" Target="/ppt/tableStyles.xml" Id="R05dec6658bdd47fa" /><Relationship Type="http://schemas.openxmlformats.org/officeDocument/2006/relationships/slide" Target="/ppt/slides/slide1.xml" Id="Rf4a21d318b614f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5b4e69be27547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8a76d01ecd4187" /><Relationship Type="http://schemas.openxmlformats.org/officeDocument/2006/relationships/notesMaster" Target="/ppt/notesMasters/notesMaster1.xml" Id="R59178954aec240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3e9b9a6a794f0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09413e2ec114aed" /><Relationship Type="http://schemas.openxmlformats.org/officeDocument/2006/relationships/slideLayout" Target="/ppt/slideLayouts/slideLayout2.xml" Id="Rb4a7b820bcec43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a7b820bcec43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f514974f9a477e" /><Relationship Type="http://schemas.openxmlformats.org/officeDocument/2006/relationships/image" Target="/ppt/media/image.jpeg" Id="Re968177774b24444" /><Relationship Type="http://schemas.openxmlformats.org/officeDocument/2006/relationships/notesSlide" Target="/ppt/notesSlides/notesSlide1.xml" Id="Rae7ede1ad6de45e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8177774b24444"/>
          <a:stretch xmlns:a="http://schemas.openxmlformats.org/drawingml/2006/main"/>
        </p:blipFill>
        <p:spPr>
          <a:xfrm xmlns:a="http://schemas.openxmlformats.org/drawingml/2006/main">
            <a:off x="952500" y="476250"/>
            <a:ext cx="28575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691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2026-05-14T13:56:43.7980000Z</dcterms:created>
  <dcterms:modified xsi:type="dcterms:W3CDTF">2026-05-14T13:56:43.7980000Z</dcterms:modified>
</coreProperties>
</file>