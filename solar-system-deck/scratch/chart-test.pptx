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11023bfadf48b3" /><Relationship Type="http://schemas.openxmlformats.org/officeDocument/2006/relationships/extended-properties" Target="/docProps/app.xml" Id="Ra959a9dbfa1547f4" /><Relationship Type="http://schemas.openxmlformats.org/officeDocument/2006/relationships/officeDocument" Target="/ppt/presentation.xml" Id="R08d3d9d0ddf14e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c9475ab49a4134"/>
  </p:sldMasterIdLst>
  <p:notesMasterIdLst>
    <p:notesMasterId xmlns:r="http://schemas.openxmlformats.org/officeDocument/2006/relationships" r:id="Rfc91a2a3df1740a3"/>
  </p:notesMasterIdLst>
  <p:sldIdLst>
    <p:sldId xmlns:r="http://schemas.openxmlformats.org/officeDocument/2006/relationships" id="256" r:id="R29ba3fd9463c4b3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9475ab49a4134" /><Relationship Type="http://schemas.openxmlformats.org/officeDocument/2006/relationships/theme" Target="/ppt/theme/theme1.xml" Id="Rfe61ee802c2745e3" /><Relationship Type="http://schemas.openxmlformats.org/officeDocument/2006/relationships/notesMaster" Target="/ppt/notesMasters/notesMaster1.xml" Id="Rfc91a2a3df1740a3" /><Relationship Type="http://schemas.openxmlformats.org/officeDocument/2006/relationships/presProps" Target="/ppt/presProps.xml" Id="Rd4bbdd814caa4172" /><Relationship Type="http://schemas.openxmlformats.org/officeDocument/2006/relationships/viewProps" Target="/ppt/viewProps.xml" Id="R7d67951a55804353" /><Relationship Type="http://schemas.openxmlformats.org/officeDocument/2006/relationships/tableStyles" Target="/ppt/tableStyles.xml" Id="Rd97d5eae3ad8459f" /><Relationship Type="http://schemas.openxmlformats.org/officeDocument/2006/relationships/slide" Target="/ppt/slides/slide1.xml" Id="R29ba3fd9463c4b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3c3f79a72b044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cea5a2de83481d" /><Relationship Type="http://schemas.openxmlformats.org/officeDocument/2006/relationships/notesMaster" Target="/ppt/notesMasters/notesMaster1.xml" Id="R57725a23afbc43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2ea46212f430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cc21134cf8449b6" /><Relationship Type="http://schemas.openxmlformats.org/officeDocument/2006/relationships/slideLayout" Target="/ppt/slideLayouts/slideLayout2.xml" Id="R90f624e59a5147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f624e59a5147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d7e76992f64d64" /><Relationship Type="http://schemas.openxmlformats.org/officeDocument/2006/relationships/chart" Target="/ppt/slides/charts/chart1.xml" Id="Rcd1cbf0b75a14da9" /><Relationship Type="http://schemas.openxmlformats.org/officeDocument/2006/relationships/notesSlide" Target="/ppt/notesSlides/notesSlide1.xml" Id="Rbfd3b5761eda4c0e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Test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v</c:v>
          </c:tx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/>
              <c:ptCount val="2"/>
              <c:pt idx="0">
                <c:v>1</c:v>
              </c:pt>
              <c:pt idx="1">
                <c:v>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" name="Chart"/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7620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1cbf0b75a14da9"/>
          </a:graphicData>
        </a:graphic>
      </p:graphicFrame>
    </p:spTree>
    <p:extLst>
      <p:ext uri="{BB962C8B-B14F-4D97-AF65-F5344CB8AC3E}">
        <p14:creationId xmlns:p14="http://schemas.microsoft.com/office/powerpoint/2010/main" val="467364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2026-05-14T13:38:21.7440000Z</dcterms:created>
  <dcterms:modified xsi:type="dcterms:W3CDTF">2026-05-14T13:38:21.7440000Z</dcterms:modified>
</coreProperties>
</file>