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626912c2144323" /><Relationship Type="http://schemas.openxmlformats.org/officeDocument/2006/relationships/extended-properties" Target="/docProps/app.xml" Id="Rc9dbbc0ae425433f" /><Relationship Type="http://schemas.openxmlformats.org/officeDocument/2006/relationships/officeDocument" Target="/ppt/presentation.xml" Id="Red80f62f94554a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5ea43b41fc42dc"/>
  </p:sldMasterIdLst>
  <p:notesMasterIdLst>
    <p:notesMasterId xmlns:r="http://schemas.openxmlformats.org/officeDocument/2006/relationships" r:id="R489dfaeacc5d4e3f"/>
  </p:notesMasterIdLst>
  <p:sldIdLst>
    <p:sldId xmlns:r="http://schemas.openxmlformats.org/officeDocument/2006/relationships" id="256" r:id="R64a3f3f31d4a4f3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ea43b41fc42dc" /><Relationship Type="http://schemas.openxmlformats.org/officeDocument/2006/relationships/theme" Target="/ppt/theme/theme1.xml" Id="R24ebdea7cc534854" /><Relationship Type="http://schemas.openxmlformats.org/officeDocument/2006/relationships/notesMaster" Target="/ppt/notesMasters/notesMaster1.xml" Id="R489dfaeacc5d4e3f" /><Relationship Type="http://schemas.openxmlformats.org/officeDocument/2006/relationships/presProps" Target="/ppt/presProps.xml" Id="R07bb008ae9c34222" /><Relationship Type="http://schemas.openxmlformats.org/officeDocument/2006/relationships/viewProps" Target="/ppt/viewProps.xml" Id="R11d65ae65e564f7d" /><Relationship Type="http://schemas.openxmlformats.org/officeDocument/2006/relationships/tableStyles" Target="/ppt/tableStyles.xml" Id="Rf0497f099b244170" /><Relationship Type="http://schemas.openxmlformats.org/officeDocument/2006/relationships/slide" Target="/ppt/slides/slide1.xml" Id="R64a3f3f31d4a4f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bb178ff65541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f5c6bea3ca4750" /><Relationship Type="http://schemas.openxmlformats.org/officeDocument/2006/relationships/notesMaster" Target="/ppt/notesMasters/notesMaster1.xml" Id="Rb77cefc8fde540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efb526f7f474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0e14dd196924937" /><Relationship Type="http://schemas.openxmlformats.org/officeDocument/2006/relationships/slideLayout" Target="/ppt/slideLayouts/slideLayout2.xml" Id="R362bbacac10a4c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2bbacac10a4c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795a0986814ec7" /><Relationship Type="http://schemas.openxmlformats.org/officeDocument/2006/relationships/notesSlide" Target="/ppt/notesSlides/notesSlide1.xml" Id="R3f24ce589e4948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11089986-3387-42E0-B735-9509528C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Hello Solar</a:t>
            </a:r>
          </a:p>
        </p:txBody>
      </p:sp>
    </p:spTree>
    <p:extLst>
      <p:ext uri="{BB962C8B-B14F-4D97-AF65-F5344CB8AC3E}">
        <p14:creationId xmlns:p14="http://schemas.microsoft.com/office/powerpoint/2010/main" val="985459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2026-05-14T13:37:37.9320000Z</dcterms:created>
  <dcterms:modified xsi:type="dcterms:W3CDTF">2026-05-14T13:37:37.9320000Z</dcterms:modified>
</coreProperties>
</file>