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9bcef9fb0d44a5" /><Relationship Type="http://schemas.openxmlformats.org/officeDocument/2006/relationships/extended-properties" Target="/docProps/app.xml" Id="R13f457ee8f5c4eee" /><Relationship Type="http://schemas.openxmlformats.org/officeDocument/2006/relationships/officeDocument" Target="/ppt/presentation.xml" Id="Raa727b9aed65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028fdd0de94ffb"/>
  </p:sldMasterIdLst>
  <p:notesMasterIdLst>
    <p:notesMasterId xmlns:r="http://schemas.openxmlformats.org/officeDocument/2006/relationships" r:id="R8893c0e8337e4f4e"/>
  </p:notesMasterIdLst>
  <p:sldIdLst>
    <p:sldId xmlns:r="http://schemas.openxmlformats.org/officeDocument/2006/relationships" id="256" r:id="R1fac68e2e23e4e29"/>
  </p:sldIdLst>
  <p:sldSz cx="7620000" cy="42862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28fdd0de94ffb" /><Relationship Type="http://schemas.openxmlformats.org/officeDocument/2006/relationships/theme" Target="/ppt/theme/theme1.xml" Id="R2f0bb35081aa4a77" /><Relationship Type="http://schemas.openxmlformats.org/officeDocument/2006/relationships/notesMaster" Target="/ppt/notesMasters/notesMaster1.xml" Id="R8893c0e8337e4f4e" /><Relationship Type="http://schemas.openxmlformats.org/officeDocument/2006/relationships/presProps" Target="/ppt/presProps.xml" Id="R0c26243fa6444de2" /><Relationship Type="http://schemas.openxmlformats.org/officeDocument/2006/relationships/viewProps" Target="/ppt/viewProps.xml" Id="Rcc39796b4a424cdc" /><Relationship Type="http://schemas.openxmlformats.org/officeDocument/2006/relationships/tableStyles" Target="/ppt/tableStyles.xml" Id="Rb354014c03de42e6" /><Relationship Type="http://schemas.openxmlformats.org/officeDocument/2006/relationships/slide" Target="/ppt/slides/slide1.xml" Id="R1fac68e2e23e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92e9bfbee4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202541e41c4041" /><Relationship Type="http://schemas.openxmlformats.org/officeDocument/2006/relationships/notesMaster" Target="/ppt/notesMasters/notesMaster1.xml" Id="R841406f9cf1042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867472f884ea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2b0104aefd4b5e" /><Relationship Type="http://schemas.openxmlformats.org/officeDocument/2006/relationships/slideLayout" Target="/ppt/slideLayouts/slideLayout2.xml" Id="Rb91e008538ba48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1e008538ba48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7a8ad514547dd" /><Relationship Type="http://schemas.openxmlformats.org/officeDocument/2006/relationships/image" Target="/ppt/media/image.jpeg" Id="R1531b682fb7e4cb3" /><Relationship Type="http://schemas.openxmlformats.org/officeDocument/2006/relationships/notesSlide" Target="/ppt/notesSlides/notesSlide1.xml" Id="R845cb94f3b6c49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1b682fb7e4cb3"/>
          <a:stretch xmlns:a="http://schemas.openxmlformats.org/drawingml/2006/main"/>
        </p:blipFill>
        <p:spPr>
          <a:xfrm xmlns:a="http://schemas.openxmlformats.org/drawingml/2006/main">
            <a:off x="952500" y="47625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4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2026-05-14T13:56:43.8570000Z</dcterms:created>
  <dcterms:modified xsi:type="dcterms:W3CDTF">2026-05-14T13:56:43.8570000Z</dcterms:modified>
</coreProperties>
</file>