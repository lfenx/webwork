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8733a1b01d442b" /><Relationship Type="http://schemas.openxmlformats.org/officeDocument/2006/relationships/extended-properties" Target="/docProps/app.xml" Id="R825773b034be49c8" /><Relationship Type="http://schemas.openxmlformats.org/officeDocument/2006/relationships/officeDocument" Target="/ppt/presentation.xml" Id="Ref66d6c5dfdc44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39887ffa254f70"/>
  </p:sldMasterIdLst>
  <p:notesMasterIdLst>
    <p:notesMasterId xmlns:r="http://schemas.openxmlformats.org/officeDocument/2006/relationships" r:id="Re57f40acb70a46b8"/>
  </p:notesMasterIdLst>
  <p:sldIdLst>
    <p:sldId xmlns:r="http://schemas.openxmlformats.org/officeDocument/2006/relationships" id="256" r:id="R3af097b15f18453d"/>
  </p:sldIdLst>
  <p:sldSz cx="7620000" cy="42862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9887ffa254f70" /><Relationship Type="http://schemas.openxmlformats.org/officeDocument/2006/relationships/theme" Target="/ppt/theme/theme1.xml" Id="R10e1dd38a9dd41d5" /><Relationship Type="http://schemas.openxmlformats.org/officeDocument/2006/relationships/notesMaster" Target="/ppt/notesMasters/notesMaster1.xml" Id="Re57f40acb70a46b8" /><Relationship Type="http://schemas.openxmlformats.org/officeDocument/2006/relationships/presProps" Target="/ppt/presProps.xml" Id="R9c1a5a2ee7cd4f5d" /><Relationship Type="http://schemas.openxmlformats.org/officeDocument/2006/relationships/viewProps" Target="/ppt/viewProps.xml" Id="Rd7ace41068e34313" /><Relationship Type="http://schemas.openxmlformats.org/officeDocument/2006/relationships/tableStyles" Target="/ppt/tableStyles.xml" Id="R8a2215549dd74d81" /><Relationship Type="http://schemas.openxmlformats.org/officeDocument/2006/relationships/slide" Target="/ppt/slides/slide1.xml" Id="R3af097b15f1845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f073b047efa4f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c5c2d57695464b" /><Relationship Type="http://schemas.openxmlformats.org/officeDocument/2006/relationships/notesMaster" Target="/ppt/notesMasters/notesMaster1.xml" Id="R3633a4a56a0d43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0d9aa50fe405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1ad926175194b71" /><Relationship Type="http://schemas.openxmlformats.org/officeDocument/2006/relationships/slideLayout" Target="/ppt/slideLayouts/slideLayout2.xml" Id="R16a606ae2aad44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a606ae2aad44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33f987cf8542f8" /><Relationship Type="http://schemas.openxmlformats.org/officeDocument/2006/relationships/image" Target="/ppt/media/image.jpeg" Id="R2fc4e3f78e5c4687" /><Relationship Type="http://schemas.openxmlformats.org/officeDocument/2006/relationships/notesSlide" Target="/ppt/notesSlides/notesSlide1.xml" Id="R5f4ef5906ead4e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4e3f78e5c4687"/>
          <a:stretch xmlns:a="http://schemas.openxmlformats.org/drawingml/2006/main"/>
        </p:blipFill>
        <p:spPr>
          <a:xfrm xmlns:a="http://schemas.openxmlformats.org/drawingml/2006/main">
            <a:off x="952500" y="47625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8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2026-05-14T13:56:43.5200000Z</dcterms:created>
  <dcterms:modified xsi:type="dcterms:W3CDTF">2026-05-14T13:56:43.5200000Z</dcterms:modified>
</coreProperties>
</file>